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60" d="100"/>
          <a:sy n="60" d="100"/>
        </p:scale>
        <p:origin x="7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949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9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969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0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81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3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78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233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071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05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30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1487305-FB78-4D6A-9EE8-3F9DB06A6CA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98D7AF9-614B-4FF0-8E08-7F33E0FF367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40474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id-preview--848b490f-3049-4d29-b0ac-d2dd1e5bc855.lovable.app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83633410@N07/7658284016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Roshini@hexaware.com" TargetMode="External"/><Relationship Id="rId2" Type="http://schemas.openxmlformats.org/officeDocument/2006/relationships/hyperlink" Target="https://id-preview--848b490f-3049-4d29-b0ac-d2dd1e5bc855.lovable.app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82E60-B40D-E15E-27A9-7EA78537C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3315147"/>
            <a:ext cx="8953892" cy="459412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Study Assistant</a:t>
            </a:r>
            <a:br>
              <a:rPr lang="en-IN" dirty="0">
                <a:effectLst/>
              </a:rPr>
            </a:br>
            <a:r>
              <a:rPr lang="en-IN" sz="4300" dirty="0">
                <a:effectLst/>
              </a:rPr>
              <a:t>AI-Powered Study Companion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11685-C130-8CA4-2AA8-AA8DC66DB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7886"/>
            <a:ext cx="9144000" cy="1655762"/>
          </a:xfrm>
        </p:spPr>
        <p:txBody>
          <a:bodyPr/>
          <a:lstStyle/>
          <a:p>
            <a:r>
              <a:rPr lang="en-IN" dirty="0"/>
              <a:t>Name: Roshini </a:t>
            </a:r>
            <a:r>
              <a:rPr lang="en-IN" dirty="0" err="1"/>
              <a:t>Senbaga</a:t>
            </a:r>
            <a:r>
              <a:rPr lang="en-IN" dirty="0"/>
              <a:t> T K</a:t>
            </a:r>
          </a:p>
          <a:p>
            <a:r>
              <a:rPr lang="en-IN" dirty="0"/>
              <a:t>Date : 10-04-2026</a:t>
            </a:r>
          </a:p>
          <a:p>
            <a:r>
              <a:rPr lang="en-IN" dirty="0"/>
              <a:t>Weblink: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https://id-preview--848b490f-3049-4d29-b0ac-d2dd1e5bc855.lovable.app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1B646CB-480D-0E5B-EDDB-BE2FC75F2BE5}"/>
              </a:ext>
            </a:extLst>
          </p:cNvPr>
          <p:cNvSpPr txBox="1">
            <a:spLocks/>
          </p:cNvSpPr>
          <p:nvPr/>
        </p:nvSpPr>
        <p:spPr>
          <a:xfrm>
            <a:off x="1587388" y="4008474"/>
            <a:ext cx="9080612" cy="45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Personal AI Tutor for Smarter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29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4750-8CA3-C456-5BE2-79B8FB1A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Why Students Need a Better Way to Study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560B4F-041A-0962-6F43-ED6BBBE72FC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46537" y="1954580"/>
            <a:ext cx="602438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Overwhelming study material &amp; lack of personalized guidance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understanding complex concepts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note-making and revision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doubt clearing or progress tracking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are passive and one-size-fits-all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B6E96C-6549-03A2-96F2-4EAC71CAD8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10400" y="1825625"/>
            <a:ext cx="4792717" cy="3965575"/>
          </a:xfrm>
        </p:spPr>
      </p:pic>
    </p:spTree>
    <p:extLst>
      <p:ext uri="{BB962C8B-B14F-4D97-AF65-F5344CB8AC3E}">
        <p14:creationId xmlns:p14="http://schemas.microsoft.com/office/powerpoint/2010/main" val="2705407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848C-07C3-D7E4-2AD6-4B61C50D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Introducing Study Assistant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D6298-B897-710A-D499-9480D326E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499"/>
            <a:ext cx="10515600" cy="49973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“One app. All your study needs. Powered by AI.”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7DEC8-7E6A-6EAE-A887-B8DF229EA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435" y="1903229"/>
            <a:ext cx="7258886" cy="38715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FD7FF1-4D33-2EBB-2462-6193D12249A3}"/>
              </a:ext>
            </a:extLst>
          </p:cNvPr>
          <p:cNvSpPr txBox="1">
            <a:spLocks/>
          </p:cNvSpPr>
          <p:nvPr/>
        </p:nvSpPr>
        <p:spPr>
          <a:xfrm>
            <a:off x="1835888" y="5906878"/>
            <a:ext cx="8179981" cy="4265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Intuitive interface with 8 powerful features</a:t>
            </a:r>
          </a:p>
        </p:txBody>
      </p:sp>
    </p:spTree>
    <p:extLst>
      <p:ext uri="{BB962C8B-B14F-4D97-AF65-F5344CB8AC3E}">
        <p14:creationId xmlns:p14="http://schemas.microsoft.com/office/powerpoint/2010/main" val="321818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CFC923-963F-6127-4C7D-58EC2ABC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Feature Highlights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7599F0-2F3B-BA93-8916-F0055103957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66800" y="1065307"/>
            <a:ext cx="9321209" cy="5824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Doubt Solver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Notes Generator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Quiz Generator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Study Planner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Dashboard 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Chat 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Study Assistant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071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126D-E585-6414-873A-B6B2D93F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DB19-994D-1AF1-70B0-4E449D7C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349" y="653226"/>
            <a:ext cx="10058400" cy="590783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Modular Architecture</a:t>
            </a:r>
            <a:br>
              <a:rPr lang="en-IN" dirty="0">
                <a:effectLst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4CFB0D-2C28-D13C-981F-F3E8DE5AD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7791040"/>
              </p:ext>
            </p:extLst>
          </p:nvPr>
        </p:nvGraphicFramePr>
        <p:xfrm>
          <a:off x="989837" y="914400"/>
          <a:ext cx="10652814" cy="5617696"/>
        </p:xfrm>
        <a:graphic>
          <a:graphicData uri="http://schemas.openxmlformats.org/drawingml/2006/table">
            <a:tbl>
              <a:tblPr/>
              <a:tblGrid>
                <a:gridCol w="3550938">
                  <a:extLst>
                    <a:ext uri="{9D8B030D-6E8A-4147-A177-3AD203B41FA5}">
                      <a16:colId xmlns:a16="http://schemas.microsoft.com/office/drawing/2014/main" val="366595057"/>
                    </a:ext>
                  </a:extLst>
                </a:gridCol>
                <a:gridCol w="3550938">
                  <a:extLst>
                    <a:ext uri="{9D8B030D-6E8A-4147-A177-3AD203B41FA5}">
                      <a16:colId xmlns:a16="http://schemas.microsoft.com/office/drawing/2014/main" val="1000569486"/>
                    </a:ext>
                  </a:extLst>
                </a:gridCol>
                <a:gridCol w="3550938">
                  <a:extLst>
                    <a:ext uri="{9D8B030D-6E8A-4147-A177-3AD203B41FA5}">
                      <a16:colId xmlns:a16="http://schemas.microsoft.com/office/drawing/2014/main" val="1376827654"/>
                    </a:ext>
                  </a:extLst>
                </a:gridCol>
              </a:tblGrid>
              <a:tr h="336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Module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Core Responsibility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Key Features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521534"/>
                  </a:ext>
                </a:extLst>
              </a:tr>
              <a:tr h="6017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/>
                        <a:t>1. </a:t>
                      </a:r>
                      <a:r>
                        <a:rPr lang="en-IN" sz="1700" b="1" dirty="0"/>
                        <a:t>AI</a:t>
                      </a:r>
                      <a:r>
                        <a:rPr lang="en-IN" sz="1700" dirty="0"/>
                        <a:t> 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Doubt Solver</a:t>
                      </a:r>
                    </a:p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All AI interactions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/>
                        <a:t>Doubt Solver, Document Chat, Voice Assistant, Concept explanations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361836"/>
                  </a:ext>
                </a:extLst>
              </a:tr>
              <a:tr h="6017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/>
                        <a:t>2. 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 Notes Generator</a:t>
                      </a:r>
                    </a:p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Study material management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Smart Notes, PDF upload, Highlighting, Mind maps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214233"/>
                  </a:ext>
                </a:extLst>
              </a:tr>
              <a:tr h="6017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/>
                        <a:t>3. 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Quiz Generator</a:t>
                      </a:r>
                    </a:p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Testing &amp; practice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AI Quiz Generator, Flashcards, Timed quizzes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720474"/>
                  </a:ext>
                </a:extLst>
              </a:tr>
              <a:tr h="6017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/>
                        <a:t>4. 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Personalized Study Planner</a:t>
                      </a:r>
                    </a:p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Time &amp; focus management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Study Planner, Focus timer, Reminders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869695"/>
                  </a:ext>
                </a:extLst>
              </a:tr>
              <a:tr h="6017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/>
                        <a:t>5. 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Progress Dashboard</a:t>
                      </a:r>
                    </a:p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Performance tracking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Progress Dashboard, Topic mastery, Reports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328993"/>
                  </a:ext>
                </a:extLst>
              </a:tr>
              <a:tr h="1043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6</a:t>
                      </a:r>
                      <a:r>
                        <a:rPr lang="en-IN" sz="1700" b="1" dirty="0"/>
                        <a:t>.</a:t>
                      </a:r>
                      <a:r>
                        <a:rPr lang="en-IN" sz="1800" b="1" dirty="0"/>
                        <a:t>Document chat 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Interactive Q&amp;A with uploaded documents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PDF upload, ask questions about content, summarize concepts, extract explanations, chat with any study material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304667"/>
                  </a:ext>
                </a:extLst>
              </a:tr>
              <a:tr h="1043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7. </a:t>
                      </a:r>
                      <a:r>
                        <a:rPr lang="en-IN" sz="1800" b="1" dirty="0"/>
                        <a:t>Voice study </a:t>
                      </a:r>
                      <a:r>
                        <a:rPr lang="en-IN" sz="1800" b="1" dirty="0" err="1"/>
                        <a:t>Assistsant</a:t>
                      </a:r>
                      <a:r>
                        <a:rPr lang="en-IN" sz="1800" b="1" dirty="0"/>
                        <a:t> 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</a:rPr>
                        <a:t>Hands-free voice-based learning support</a:t>
                      </a:r>
                    </a:p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Voice input (speak questions), natural real-time responses, speech-to-text + text fallback, study-focused explanation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883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17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C0BA-3842-5EBD-BF56-EA541E49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68FDB-8764-A9F1-4A10-9614B952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50271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AI Doubt Solver</a:t>
            </a:r>
            <a:br>
              <a:rPr lang="en-IN" dirty="0">
                <a:effectLst/>
              </a:rPr>
            </a:b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26DD591-422F-18F0-62EC-549F9DC62E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39" y="1616148"/>
            <a:ext cx="4754562" cy="4295553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E11BDA3-3CBA-44BE-6AD8-1773AC3B1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616148"/>
            <a:ext cx="4754880" cy="45992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any question → Get instant, detailed explanations with equations &amp; diagrams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tutor that explains concepts clearly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complex topics with step-by-step breakdowns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“Tell me about photosynthesis” → Full answer with equation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946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79FF-957A-72A1-7654-24C70D0F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C45B-D833-89CC-8AB6-95B75236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Smart Notes Generator</a:t>
            </a:r>
            <a:br>
              <a:rPr lang="en-IN" dirty="0">
                <a:effectLst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F13FDC-B69C-51A7-87E8-C1E6C56723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85" y="1744803"/>
            <a:ext cx="5887147" cy="446567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6770BF-1644-41E5-9C82-B35777A07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4358" y="1744803"/>
            <a:ext cx="4754880" cy="410735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any topic into beautiful, structured study notes in one click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Summarizes long text or topics instantly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Perfectly organized with headings, bullet points &amp; equations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Ready-to-revise notes that save hours of manual 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579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274E-DB49-62DC-E69C-9B10714E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9943-BE02-ABE7-AE71-B5835A6F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AI Quiz Generator</a:t>
            </a:r>
            <a:br>
              <a:rPr lang="en-IN" dirty="0">
                <a:effectLst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64AE4E-1B13-35CE-3FF3-29D65D8A28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926" y="1700245"/>
            <a:ext cx="5700274" cy="389431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DDA1C-AF8F-02C7-425A-9C0911FF0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250" y="1845524"/>
            <a:ext cx="4754880" cy="3749040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quizzes with instant feedback &amp; explanations</a:t>
            </a:r>
            <a:endParaRPr lang="en-IN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your understanding on any topic.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correct answers with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they are right.</a:t>
            </a:r>
            <a:endParaRPr lang="en-US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661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E3B9-33F6-BB50-3F70-DE803576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BBB0-FCD6-0FAA-5071-7DE39015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6837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Document Chat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28069-8F15-C3F4-3313-82883E38E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98157" y="1982003"/>
            <a:ext cx="4754880" cy="3749040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any PDF → Chat with your document like a tutor</a:t>
            </a:r>
          </a:p>
          <a:p>
            <a:pPr marL="0" indent="0">
              <a:buNone/>
            </a:pPr>
            <a:endParaRPr lang="en-US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questions about uploaded notes or textbooks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summaries, explanations, and key concepts instantly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5186C1-D9F7-0F57-B16F-A20D6FA1C3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63" y="1680854"/>
            <a:ext cx="5181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93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5C5A-C012-0400-101E-B7552F95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94E7-F8F5-E055-5751-A7C1255E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Voice Study Assistant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05BDB-D494-FF14-8613-6AB66E6ACC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Speak your doubts → AI replies naturally</a:t>
            </a:r>
          </a:p>
          <a:p>
            <a:pPr marL="0" indent="0">
              <a:buNone/>
            </a:pPr>
            <a:endParaRPr lang="en-US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Hands-free learning experience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input with text fallback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for revision while walking or commuting</a:t>
            </a:r>
          </a:p>
          <a:p>
            <a:endParaRPr lang="en-US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EED023C-B12D-3CE2-A485-315317F1A4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38" y="1786270"/>
            <a:ext cx="4754562" cy="423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12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622F-F7DF-E76E-6AED-04B03FE7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Study Planner + Progress Dashboard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6518B-0D8D-0B65-7A56-DD03B34E1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223" y="1687402"/>
            <a:ext cx="5181600" cy="323547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custom study schedules and track your learning journey</a:t>
            </a:r>
          </a:p>
          <a:p>
            <a:endParaRPr lang="en-US" sz="10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Daily/weekly personalized timetables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progress tracking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Topic-wise mastery analytics</a:t>
            </a:r>
          </a:p>
          <a:p>
            <a:endParaRPr lang="en-IN" dirty="0">
              <a:effectLst/>
            </a:endParaRPr>
          </a:p>
          <a:p>
            <a:pPr marL="0" indent="0">
              <a:buNone/>
            </a:pPr>
            <a:endParaRPr lang="en-IN" dirty="0">
              <a:effectLst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C13EFE-26D5-2CA2-C9B4-E8A8F9242F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177" y="1299033"/>
            <a:ext cx="5181600" cy="2422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30FBA1-1237-1A57-6FDC-798B6C4B0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177" y="3721395"/>
            <a:ext cx="5181600" cy="24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54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E52D-CBEF-9792-4955-A6DB35A57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</a:t>
            </a:r>
            <a:r>
              <a:rPr lang="en-IN" dirty="0">
                <a:effectLst/>
              </a:rPr>
              <a:t>low diagram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CB25141-46E1-F7EF-BA05-4E5874C913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4"/>
          <a:stretch>
            <a:fillRect/>
          </a:stretch>
        </p:blipFill>
        <p:spPr bwMode="auto">
          <a:xfrm>
            <a:off x="2980266" y="1772378"/>
            <a:ext cx="6663267" cy="36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D1766-5106-8BC4-C64A-9B178A09C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0000" y="5687031"/>
            <a:ext cx="10083800" cy="883708"/>
          </a:xfrm>
        </p:spPr>
        <p:txBody>
          <a:bodyPr/>
          <a:lstStyle/>
          <a:p>
            <a:pPr marL="0" indent="0" algn="ctr"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OpenAI APIs for natural, accurate responses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586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6861-1538-EB7A-83BB-8BAC0AB5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8AECF-A44A-3306-B930-3F008461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Why Study Assistant Stands Out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B4C133-5275-4E32-9E20-643B55A35E6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890823" y="1808224"/>
            <a:ext cx="7497726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24/7 instant doubt clearing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hours on note-making and revision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path based on student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learning interactive and engaging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on any device (web app)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Perfect for CBSE, JEE, NEET &amp; school students </a:t>
            </a:r>
          </a:p>
        </p:txBody>
      </p:sp>
    </p:spTree>
    <p:extLst>
      <p:ext uri="{BB962C8B-B14F-4D97-AF65-F5344CB8AC3E}">
        <p14:creationId xmlns:p14="http://schemas.microsoft.com/office/powerpoint/2010/main" val="415690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C01A-4BAD-D371-67A5-B2136B51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72BAB-F1DE-DEF8-2071-8472FB84F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Roadmap Ahead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BF6F29B-5FA2-9D62-8907-2B12D577B4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443650"/>
            <a:ext cx="7694428" cy="4771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(Android &amp; iOS)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Mind Map &amp; Flashcard generation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school/college syllabus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mode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dashboard &amp; analytics sharing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(Hindi + English) </a:t>
            </a:r>
          </a:p>
        </p:txBody>
      </p:sp>
    </p:spTree>
    <p:extLst>
      <p:ext uri="{BB962C8B-B14F-4D97-AF65-F5344CB8AC3E}">
        <p14:creationId xmlns:p14="http://schemas.microsoft.com/office/powerpoint/2010/main" val="1404048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DA67-9284-22AF-ADD4-930E22F6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9BCB-8CD4-5ED4-50C9-48BDD0FC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effectLst/>
              </a:rPr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CE600-DFD2-88ED-6144-FBFCC1F8B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5735" y="2014194"/>
            <a:ext cx="10515600" cy="2204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to revolutionize the way India studies?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https://id-preview--848b490f-3049-4d29-b0ac-d2dd1e5bc855.lovable.app</a:t>
            </a: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>
              <a:effectLst/>
            </a:endParaRPr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A55C45-9033-37B1-9F03-447B9FBDF3FD}"/>
              </a:ext>
            </a:extLst>
          </p:cNvPr>
          <p:cNvSpPr txBox="1">
            <a:spLocks/>
          </p:cNvSpPr>
          <p:nvPr/>
        </p:nvSpPr>
        <p:spPr>
          <a:xfrm>
            <a:off x="3193311" y="4479125"/>
            <a:ext cx="10515600" cy="1297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Roshini@hexaware.com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❤️ for students by Roshini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699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79</TotalTime>
  <Words>583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Courier New</vt:lpstr>
      <vt:lpstr>Garamond</vt:lpstr>
      <vt:lpstr>Times New Roman</vt:lpstr>
      <vt:lpstr>Wingdings</vt:lpstr>
      <vt:lpstr>Savon</vt:lpstr>
      <vt:lpstr>Study Assistant AI-Powered Study Companion </vt:lpstr>
      <vt:lpstr>Why Students Need a Better Way to Study </vt:lpstr>
      <vt:lpstr>Introducing Study Assistant </vt:lpstr>
      <vt:lpstr>Feature Highlights </vt:lpstr>
      <vt:lpstr>Modular Architecture </vt:lpstr>
      <vt:lpstr>AI Doubt Solver </vt:lpstr>
      <vt:lpstr>Smart Notes Generator </vt:lpstr>
      <vt:lpstr>AI Quiz Generator </vt:lpstr>
      <vt:lpstr>Document Chat </vt:lpstr>
      <vt:lpstr>Voice Study Assistant</vt:lpstr>
      <vt:lpstr>Study Planner + Progress Dashboard </vt:lpstr>
      <vt:lpstr>Flow diagram</vt:lpstr>
      <vt:lpstr>Why Study Assistant Stands Out </vt:lpstr>
      <vt:lpstr>Roadmap Ahead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Roshini Karthikeyan</dc:creator>
  <cp:lastModifiedBy>Roshini Karthikeyan</cp:lastModifiedBy>
  <cp:revision>1</cp:revision>
  <dcterms:created xsi:type="dcterms:W3CDTF">2026-04-10T07:10:54Z</dcterms:created>
  <dcterms:modified xsi:type="dcterms:W3CDTF">2026-04-10T08:30:51Z</dcterms:modified>
</cp:coreProperties>
</file>